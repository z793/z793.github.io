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W" initials="Z" lastIdx="1" clrIdx="0">
    <p:extLst>
      <p:ext uri="{19B8F6BF-5375-455C-9EA6-DF929625EA0E}">
        <p15:presenceInfo xmlns:p15="http://schemas.microsoft.com/office/powerpoint/2012/main" userId="Z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84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5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1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5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0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5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0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7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8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6" r:id="rId5"/>
    <p:sldLayoutId id="2147483750" r:id="rId6"/>
    <p:sldLayoutId id="2147483751" r:id="rId7"/>
    <p:sldLayoutId id="2147483752" r:id="rId8"/>
    <p:sldLayoutId id="2147483755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0A309-46E9-4A6D-979C-FD164FA2D8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63" r="-1" b="1002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52F53C-0AE0-4157-B0BA-E8048B240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zh-CN" altLang="en-US" sz="4800" dirty="0"/>
              <a:t>年终总结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47BCF5-82FC-4A43-8D2C-AC75FFDBD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周伟</a:t>
            </a: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93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69016-92B1-472C-B369-CBD7083E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183E7-C126-404B-B5F6-DB944A8A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15512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33F2D"/>
      </a:dk2>
      <a:lt2>
        <a:srgbClr val="EAE7E4"/>
      </a:lt2>
      <a:accent1>
        <a:srgbClr val="83A5DA"/>
      </a:accent1>
      <a:accent2>
        <a:srgbClr val="56AFC3"/>
      </a:accent2>
      <a:accent3>
        <a:srgbClr val="67B1A0"/>
      </a:accent3>
      <a:accent4>
        <a:srgbClr val="59B67A"/>
      </a:accent4>
      <a:accent5>
        <a:srgbClr val="65B560"/>
      </a:accent5>
      <a:accent6>
        <a:srgbClr val="82B157"/>
      </a:accent6>
      <a:hlink>
        <a:srgbClr val="977F5B"/>
      </a:hlink>
      <a:folHlink>
        <a:srgbClr val="848484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4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Avenir Next LT Pro</vt:lpstr>
      <vt:lpstr>Calibri</vt:lpstr>
      <vt:lpstr>AccentBoxVTI</vt:lpstr>
      <vt:lpstr>年终总结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</dc:title>
  <dc:creator>ZW</dc:creator>
  <cp:lastModifiedBy>ZW</cp:lastModifiedBy>
  <cp:revision>4</cp:revision>
  <dcterms:created xsi:type="dcterms:W3CDTF">2020-01-05T12:40:12Z</dcterms:created>
  <dcterms:modified xsi:type="dcterms:W3CDTF">2020-01-09T16:00:11Z</dcterms:modified>
</cp:coreProperties>
</file>